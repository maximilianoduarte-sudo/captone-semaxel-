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7132320" y="1097280"/>
            <a:ext cx="2103120" cy="5486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26080" y="1097280"/>
            <a:ext cx="2103120" cy="5486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C3C3C"/>
                </a:solidFill>
              </a:defRPr>
            </a:pPr>
            <a:r>
              <a:t>SEMAXEL  //  FASE 2.1  //  PRODUCT ROADMAP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11247120" cy="0"/>
          </a:xfrm>
          <a:prstGeom prst="line">
            <a:avLst/>
          </a:prstGeom>
          <a:ln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57200" y="2926080"/>
            <a:ext cx="11247120" cy="0"/>
          </a:xfrm>
          <a:prstGeom prst="line">
            <a:avLst/>
          </a:prstGeom>
          <a:ln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" y="4754880"/>
            <a:ext cx="11247120" cy="0"/>
          </a:xfrm>
          <a:prstGeom prst="line">
            <a:avLst/>
          </a:prstGeom>
          <a:ln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6459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C3C3C"/>
                </a:solidFill>
              </a:defRPr>
            </a:pPr>
            <a:r>
              <a:t>EQUIPO BACKEND</a:t>
            </a:r>
            <a:br/>
            <a:r>
              <a:t>&amp; BD (Elías)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C3C3C"/>
                </a:solidFill>
              </a:defRPr>
            </a:pPr>
            <a:r>
              <a:t>EQUIPO FRONTEND</a:t>
            </a:r>
            <a:br/>
            <a:r>
              <a:t>&amp; UI (Sebastián)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C3C3C"/>
                </a:solidFill>
              </a:defRPr>
            </a:pPr>
            <a:r>
              <a:t>GESTIÓN &amp; QA</a:t>
            </a:r>
            <a:br/>
            <a:r>
              <a:t>(Maximiliano y Juan)</a:t>
            </a:r>
          </a:p>
        </p:txBody>
      </p:sp>
      <p:sp>
        <p:nvSpPr>
          <p:cNvPr id="10" name="Oval 9"/>
          <p:cNvSpPr/>
          <p:nvPr/>
        </p:nvSpPr>
        <p:spPr>
          <a:xfrm>
            <a:off x="3611879" y="731520"/>
            <a:ext cx="731520" cy="731520"/>
          </a:xfrm>
          <a:prstGeom prst="ellipse">
            <a:avLst/>
          </a:prstGeom>
          <a:solidFill>
            <a:srgbClr val="323232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MES 1</a:t>
            </a:r>
          </a:p>
        </p:txBody>
      </p:sp>
      <p:sp>
        <p:nvSpPr>
          <p:cNvPr id="12" name="Oval 11"/>
          <p:cNvSpPr/>
          <p:nvPr/>
        </p:nvSpPr>
        <p:spPr>
          <a:xfrm>
            <a:off x="5715000" y="731520"/>
            <a:ext cx="731520" cy="731520"/>
          </a:xfrm>
          <a:prstGeom prst="ellipse">
            <a:avLst/>
          </a:prstGeom>
          <a:solidFill>
            <a:srgbClr val="323232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MES 2</a:t>
            </a:r>
          </a:p>
        </p:txBody>
      </p:sp>
      <p:sp>
        <p:nvSpPr>
          <p:cNvPr id="13" name="Oval 12"/>
          <p:cNvSpPr/>
          <p:nvPr/>
        </p:nvSpPr>
        <p:spPr>
          <a:xfrm>
            <a:off x="7818119" y="731520"/>
            <a:ext cx="731520" cy="731520"/>
          </a:xfrm>
          <a:prstGeom prst="ellipse">
            <a:avLst/>
          </a:prstGeom>
          <a:solidFill>
            <a:srgbClr val="323232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MES 3</a:t>
            </a:r>
          </a:p>
        </p:txBody>
      </p:sp>
      <p:sp>
        <p:nvSpPr>
          <p:cNvPr id="15" name="Oval 14"/>
          <p:cNvSpPr/>
          <p:nvPr/>
        </p:nvSpPr>
        <p:spPr>
          <a:xfrm>
            <a:off x="9921240" y="731520"/>
            <a:ext cx="731520" cy="731520"/>
          </a:xfrm>
          <a:prstGeom prst="ellipse">
            <a:avLst/>
          </a:prstGeom>
          <a:solidFill>
            <a:srgbClr val="323232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MES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503381"/>
            <a:ext cx="1920240" cy="365760"/>
          </a:xfrm>
          <a:prstGeom prst="rect">
            <a:avLst/>
          </a:prstGeom>
          <a:solidFill>
            <a:srgbClr val="FEE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t>BD Relacional MySQL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960581"/>
            <a:ext cx="1920240" cy="365760"/>
          </a:xfrm>
          <a:prstGeom prst="rect">
            <a:avLst/>
          </a:prstGeom>
          <a:solidFill>
            <a:srgbClr val="FEE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t>Login &amp; API Roles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503381"/>
            <a:ext cx="2926080" cy="365760"/>
          </a:xfrm>
          <a:prstGeom prst="rect">
            <a:avLst/>
          </a:prstGeom>
          <a:solidFill>
            <a:srgbClr val="FEE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t>API Generación de Tickets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47460" y="2084294"/>
            <a:ext cx="1920240" cy="365760"/>
          </a:xfrm>
          <a:prstGeom prst="rect">
            <a:avLst/>
          </a:prstGeom>
          <a:solidFill>
            <a:srgbClr val="F2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t>Storage Fotos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59" y="2514600"/>
            <a:ext cx="1920240" cy="365760"/>
          </a:xfrm>
          <a:prstGeom prst="rect">
            <a:avLst/>
          </a:prstGeom>
          <a:solidFill>
            <a:srgbClr val="DC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t>Despacho a 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1668780"/>
            <a:ext cx="1920240" cy="365760"/>
          </a:xfrm>
          <a:prstGeom prst="rect">
            <a:avLst/>
          </a:prstGeom>
          <a:solidFill>
            <a:srgbClr val="F2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t>Algoritmo cálculo SLA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64980" y="1503381"/>
            <a:ext cx="1920240" cy="365760"/>
          </a:xfrm>
          <a:prstGeom prst="rect">
            <a:avLst/>
          </a:prstGeom>
          <a:solidFill>
            <a:srgbClr val="F2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t>Auto-OT Preventivas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64980" y="1960581"/>
            <a:ext cx="1920240" cy="365760"/>
          </a:xfrm>
          <a:prstGeom prst="rect">
            <a:avLst/>
          </a:prstGeom>
          <a:solidFill>
            <a:srgbClr val="DC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t>Queries KPIs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3108960"/>
            <a:ext cx="1920240" cy="365760"/>
          </a:xfrm>
          <a:prstGeom prst="rect">
            <a:avLst/>
          </a:prstGeom>
          <a:solidFill>
            <a:srgbClr val="B4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t>UI Maestro de Locales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566160"/>
            <a:ext cx="2926080" cy="365760"/>
          </a:xfrm>
          <a:prstGeom prst="rect">
            <a:avLst/>
          </a:prstGeom>
          <a:solidFill>
            <a:srgbClr val="8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t>Menú de activos sin QR (Manual)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4023360"/>
            <a:ext cx="1920240" cy="365760"/>
          </a:xfrm>
          <a:prstGeom prst="rect">
            <a:avLst/>
          </a:prstGeom>
          <a:solidFill>
            <a:srgbClr val="8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t>Formulario Incidencia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59" y="3108960"/>
            <a:ext cx="1920240" cy="365760"/>
          </a:xfrm>
          <a:prstGeom prst="rect">
            <a:avLst/>
          </a:prstGeom>
          <a:solidFill>
            <a:srgbClr val="B4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t>Portal Web Móvil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59" y="3566160"/>
            <a:ext cx="1920240" cy="365760"/>
          </a:xfrm>
          <a:prstGeom prst="rect">
            <a:avLst/>
          </a:prstGeom>
          <a:solidFill>
            <a:srgbClr val="8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t>UI Cierre Fotográfico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3108960"/>
            <a:ext cx="1920240" cy="365760"/>
          </a:xfrm>
          <a:prstGeom prst="rect">
            <a:avLst/>
          </a:prstGeom>
          <a:solidFill>
            <a:srgbClr val="B4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t>Calendario Interactivo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3566160"/>
            <a:ext cx="1920240" cy="365760"/>
          </a:xfrm>
          <a:prstGeom prst="rect">
            <a:avLst/>
          </a:prstGeom>
          <a:solidFill>
            <a:srgbClr val="7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t>Dashboard Chart.js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4937760"/>
            <a:ext cx="1920240" cy="365760"/>
          </a:xfrm>
          <a:prstGeom prst="rect">
            <a:avLst/>
          </a:prstGeom>
          <a:solidFill>
            <a:srgbClr val="D2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t>Doc. Arquitectura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5394960"/>
            <a:ext cx="3200400" cy="365760"/>
          </a:xfrm>
          <a:prstGeom prst="rect">
            <a:avLst/>
          </a:prstGeom>
          <a:solidFill>
            <a:srgbClr val="AAA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funcionales</a:t>
            </a:r>
            <a:r>
              <a:rPr dirty="0"/>
              <a:t> y de </a:t>
            </a:r>
            <a:r>
              <a:rPr dirty="0" err="1"/>
              <a:t>reportes</a:t>
            </a:r>
            <a:r>
              <a:rPr dirty="0"/>
              <a:t> (QA)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59" y="5852160"/>
            <a:ext cx="1920240" cy="365760"/>
          </a:xfrm>
          <a:prstGeom prst="rect">
            <a:avLst/>
          </a:prstGeom>
          <a:solidFill>
            <a:srgbClr val="82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Soporte</a:t>
            </a:r>
            <a:r>
              <a:rPr dirty="0">
                <a:solidFill>
                  <a:schemeClr val="bg1"/>
                </a:solidFill>
              </a:rPr>
              <a:t> Cloud (SM)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59" y="4937760"/>
            <a:ext cx="1920240" cy="365760"/>
          </a:xfrm>
          <a:prstGeom prst="rect">
            <a:avLst/>
          </a:prstGeom>
          <a:solidFill>
            <a:srgbClr val="D2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t>Validación SLAs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4937760"/>
            <a:ext cx="1920240" cy="365760"/>
          </a:xfrm>
          <a:prstGeom prst="rect">
            <a:avLst/>
          </a:prstGeom>
          <a:solidFill>
            <a:srgbClr val="AAA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t>Pruebas UAT MVP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5394960"/>
            <a:ext cx="1920240" cy="365760"/>
          </a:xfrm>
          <a:prstGeom prst="rect">
            <a:avLst/>
          </a:prstGeom>
          <a:solidFill>
            <a:srgbClr val="82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Pase</a:t>
            </a:r>
            <a:r>
              <a:rPr dirty="0">
                <a:solidFill>
                  <a:schemeClr val="bg1"/>
                </a:solidFill>
              </a:rPr>
              <a:t> a </a:t>
            </a:r>
            <a:r>
              <a:rPr dirty="0" err="1">
                <a:solidFill>
                  <a:schemeClr val="bg1"/>
                </a:solidFill>
              </a:rPr>
              <a:t>Producción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114</Words>
  <Application>Microsoft Office PowerPoint</Application>
  <PresentationFormat>Panorámica</PresentationFormat>
  <Paragraphs>29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AV-Alumno</cp:lastModifiedBy>
  <cp:revision>2</cp:revision>
  <dcterms:created xsi:type="dcterms:W3CDTF">2013-01-27T09:14:16Z</dcterms:created>
  <dcterms:modified xsi:type="dcterms:W3CDTF">2026-09-24T14:23:39Z</dcterms:modified>
  <cp:category/>
</cp:coreProperties>
</file>