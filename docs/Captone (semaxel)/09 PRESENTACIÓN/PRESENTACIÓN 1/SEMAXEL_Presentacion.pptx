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16E01-E772-DF4E-19A1-5860AB4E5D24}" v="65" dt="2026-09-03T00:29:05.951"/>
    <p1510:client id="{CB069961-8B36-DA1C-74E3-993BA5A6DC13}" v="159" dt="2026-09-03T00:51:58.332"/>
    <p1510:client id="{CFD16857-BBBF-D6EA-7EEE-44555B073C07}" v="55" dt="2026-09-03T02:37:23.769"/>
    <p1510:client id="{EAE1888C-479C-5153-EAF6-B5822D34CC7B}" v="24" dt="2026-09-03T02:35:01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PEDRO LEON FARIAS" userId="S::ju.leonfa@duocuc.cl::5f7a9f77-ff8e-4d2c-af70-0d8abdf12ca4" providerId="AD" clId="Web-{CB069961-8B36-DA1C-74E3-993BA5A6DC13}"/>
    <pc:docChg chg="modSld">
      <pc:chgData name="JUAN PEDRO LEON FARIAS" userId="S::ju.leonfa@duocuc.cl::5f7a9f77-ff8e-4d2c-af70-0d8abdf12ca4" providerId="AD" clId="Web-{CB069961-8B36-DA1C-74E3-993BA5A6DC13}" dt="2026-09-03T00:51:56.191" v="151" actId="20577"/>
      <pc:docMkLst>
        <pc:docMk/>
      </pc:docMkLst>
      <pc:sldChg chg="addSp modSp">
        <pc:chgData name="JUAN PEDRO LEON FARIAS" userId="S::ju.leonfa@duocuc.cl::5f7a9f77-ff8e-4d2c-af70-0d8abdf12ca4" providerId="AD" clId="Web-{CB069961-8B36-DA1C-74E3-993BA5A6DC13}" dt="2026-09-03T00:26:28.025" v="47" actId="20577"/>
        <pc:sldMkLst>
          <pc:docMk/>
          <pc:sldMk cId="0" sldId="256"/>
        </pc:sldMkLst>
        <pc:spChg chg="mod">
          <ac:chgData name="JUAN PEDRO LEON FARIAS" userId="S::ju.leonfa@duocuc.cl::5f7a9f77-ff8e-4d2c-af70-0d8abdf12ca4" providerId="AD" clId="Web-{CB069961-8B36-DA1C-74E3-993BA5A6DC13}" dt="2026-09-03T00:26:28.025" v="47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JUAN PEDRO LEON FARIAS" userId="S::ju.leonfa@duocuc.cl::5f7a9f77-ff8e-4d2c-af70-0d8abdf12ca4" providerId="AD" clId="Web-{CB069961-8B36-DA1C-74E3-993BA5A6DC13}" dt="2026-09-03T00:15:38.684" v="22" actId="20577"/>
          <ac:spMkLst>
            <pc:docMk/>
            <pc:sldMk cId="0" sldId="256"/>
            <ac:spMk id="12" creationId="{00000000-0000-0000-0000-000000000000}"/>
          </ac:spMkLst>
        </pc:spChg>
        <pc:picChg chg="mod">
          <ac:chgData name="JUAN PEDRO LEON FARIAS" userId="S::ju.leonfa@duocuc.cl::5f7a9f77-ff8e-4d2c-af70-0d8abdf12ca4" providerId="AD" clId="Web-{CB069961-8B36-DA1C-74E3-993BA5A6DC13}" dt="2026-09-03T00:26:07.367" v="44" actId="1076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JUAN PEDRO LEON FARIAS" userId="S::ju.leonfa@duocuc.cl::5f7a9f77-ff8e-4d2c-af70-0d8abdf12ca4" providerId="AD" clId="Web-{CB069961-8B36-DA1C-74E3-993BA5A6DC13}" dt="2026-09-03T00:22:33.306" v="42" actId="1076"/>
          <ac:picMkLst>
            <pc:docMk/>
            <pc:sldMk cId="0" sldId="256"/>
            <ac:picMk id="13" creationId="{26FB947F-A028-2E64-3631-F0F1B08A617A}"/>
          </ac:picMkLst>
        </pc:picChg>
      </pc:sldChg>
      <pc:sldChg chg="delSp">
        <pc:chgData name="JUAN PEDRO LEON FARIAS" userId="S::ju.leonfa@duocuc.cl::5f7a9f77-ff8e-4d2c-af70-0d8abdf12ca4" providerId="AD" clId="Web-{CB069961-8B36-DA1C-74E3-993BA5A6DC13}" dt="2026-09-03T00:12:51.782" v="10"/>
        <pc:sldMkLst>
          <pc:docMk/>
          <pc:sldMk cId="0" sldId="258"/>
        </pc:sldMkLst>
        <pc:spChg chg="del">
          <ac:chgData name="JUAN PEDRO LEON FARIAS" userId="S::ju.leonfa@duocuc.cl::5f7a9f77-ff8e-4d2c-af70-0d8abdf12ca4" providerId="AD" clId="Web-{CB069961-8B36-DA1C-74E3-993BA5A6DC13}" dt="2026-09-03T00:12:51.782" v="10"/>
          <ac:spMkLst>
            <pc:docMk/>
            <pc:sldMk cId="0" sldId="258"/>
            <ac:spMk id="13" creationId="{00000000-0000-0000-0000-000000000000}"/>
          </ac:spMkLst>
        </pc:spChg>
      </pc:sldChg>
      <pc:sldChg chg="modSp">
        <pc:chgData name="JUAN PEDRO LEON FARIAS" userId="S::ju.leonfa@duocuc.cl::5f7a9f77-ff8e-4d2c-af70-0d8abdf12ca4" providerId="AD" clId="Web-{CB069961-8B36-DA1C-74E3-993BA5A6DC13}" dt="2026-09-03T00:49:49.042" v="140" actId="20577"/>
        <pc:sldMkLst>
          <pc:docMk/>
          <pc:sldMk cId="0" sldId="259"/>
        </pc:sldMkLst>
        <pc:spChg chg="mod">
          <ac:chgData name="JUAN PEDRO LEON FARIAS" userId="S::ju.leonfa@duocuc.cl::5f7a9f77-ff8e-4d2c-af70-0d8abdf12ca4" providerId="AD" clId="Web-{CB069961-8B36-DA1C-74E3-993BA5A6DC13}" dt="2026-09-03T00:49:49.042" v="140" actId="20577"/>
          <ac:spMkLst>
            <pc:docMk/>
            <pc:sldMk cId="0" sldId="259"/>
            <ac:spMk id="8" creationId="{00000000-0000-0000-0000-000000000000}"/>
          </ac:spMkLst>
        </pc:spChg>
      </pc:sldChg>
      <pc:sldChg chg="addSp delSp modSp">
        <pc:chgData name="JUAN PEDRO LEON FARIAS" userId="S::ju.leonfa@duocuc.cl::5f7a9f77-ff8e-4d2c-af70-0d8abdf12ca4" providerId="AD" clId="Web-{CB069961-8B36-DA1C-74E3-993BA5A6DC13}" dt="2026-09-03T00:51:17.688" v="144" actId="20577"/>
        <pc:sldMkLst>
          <pc:docMk/>
          <pc:sldMk cId="0" sldId="261"/>
        </pc:sldMkLst>
        <pc:spChg chg="mod">
          <ac:chgData name="JUAN PEDRO LEON FARIAS" userId="S::ju.leonfa@duocuc.cl::5f7a9f77-ff8e-4d2c-af70-0d8abdf12ca4" providerId="AD" clId="Web-{CB069961-8B36-DA1C-74E3-993BA5A6DC13}" dt="2026-09-03T00:19:07.229" v="25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JUAN PEDRO LEON FARIAS" userId="S::ju.leonfa@duocuc.cl::5f7a9f77-ff8e-4d2c-af70-0d8abdf12ca4" providerId="AD" clId="Web-{CB069961-8B36-DA1C-74E3-993BA5A6DC13}" dt="2026-09-03T00:51:17.688" v="144" actId="20577"/>
          <ac:spMkLst>
            <pc:docMk/>
            <pc:sldMk cId="0" sldId="261"/>
            <ac:spMk id="13" creationId="{00000000-0000-0000-0000-000000000000}"/>
          </ac:spMkLst>
        </pc:spChg>
        <pc:graphicFrameChg chg="add del mod">
          <ac:chgData name="JUAN PEDRO LEON FARIAS" userId="S::ju.leonfa@duocuc.cl::5f7a9f77-ff8e-4d2c-af70-0d8abdf12ca4" providerId="AD" clId="Web-{CB069961-8B36-DA1C-74E3-993BA5A6DC13}" dt="2026-09-03T00:18:31.305" v="24"/>
          <ac:graphicFrameMkLst>
            <pc:docMk/>
            <pc:sldMk cId="0" sldId="261"/>
            <ac:graphicFrameMk id="22" creationId="{B6EE9047-ED62-CE06-C397-250EE6E43DFB}"/>
          </ac:graphicFrameMkLst>
        </pc:graphicFrameChg>
        <pc:picChg chg="add mod">
          <ac:chgData name="JUAN PEDRO LEON FARIAS" userId="S::ju.leonfa@duocuc.cl::5f7a9f77-ff8e-4d2c-af70-0d8abdf12ca4" providerId="AD" clId="Web-{CB069961-8B36-DA1C-74E3-993BA5A6DC13}" dt="2026-09-03T00:20:56.143" v="38" actId="1076"/>
          <ac:picMkLst>
            <pc:docMk/>
            <pc:sldMk cId="0" sldId="261"/>
            <ac:picMk id="23" creationId="{A2B8DBB4-8ED3-12B2-4456-B78508260236}"/>
          </ac:picMkLst>
        </pc:picChg>
      </pc:sldChg>
      <pc:sldChg chg="delSp modSp">
        <pc:chgData name="JUAN PEDRO LEON FARIAS" userId="S::ju.leonfa@duocuc.cl::5f7a9f77-ff8e-4d2c-af70-0d8abdf12ca4" providerId="AD" clId="Web-{CB069961-8B36-DA1C-74E3-993BA5A6DC13}" dt="2026-09-03T00:51:56.191" v="151" actId="20577"/>
        <pc:sldMkLst>
          <pc:docMk/>
          <pc:sldMk cId="0" sldId="262"/>
        </pc:sldMkLst>
        <pc:spChg chg="mod">
          <ac:chgData name="JUAN PEDRO LEON FARIAS" userId="S::ju.leonfa@duocuc.cl::5f7a9f77-ff8e-4d2c-af70-0d8abdf12ca4" providerId="AD" clId="Web-{CB069961-8B36-DA1C-74E3-993BA5A6DC13}" dt="2026-09-03T00:51:56.191" v="151" actId="20577"/>
          <ac:spMkLst>
            <pc:docMk/>
            <pc:sldMk cId="0" sldId="262"/>
            <ac:spMk id="8" creationId="{00000000-0000-0000-0000-000000000000}"/>
          </ac:spMkLst>
        </pc:spChg>
        <pc:spChg chg="del mod">
          <ac:chgData name="JUAN PEDRO LEON FARIAS" userId="S::ju.leonfa@duocuc.cl::5f7a9f77-ff8e-4d2c-af70-0d8abdf12ca4" providerId="AD" clId="Web-{CB069961-8B36-DA1C-74E3-993BA5A6DC13}" dt="2026-09-03T00:13:14.065" v="12"/>
          <ac:spMkLst>
            <pc:docMk/>
            <pc:sldMk cId="0" sldId="262"/>
            <ac:spMk id="33" creationId="{00000000-0000-0000-0000-000000000000}"/>
          </ac:spMkLst>
        </pc:spChg>
      </pc:sldChg>
      <pc:sldChg chg="addSp delSp modSp">
        <pc:chgData name="JUAN PEDRO LEON FARIAS" userId="S::ju.leonfa@duocuc.cl::5f7a9f77-ff8e-4d2c-af70-0d8abdf12ca4" providerId="AD" clId="Web-{CB069961-8B36-DA1C-74E3-993BA5A6DC13}" dt="2026-09-03T00:35:41.750" v="135" actId="20577"/>
        <pc:sldMkLst>
          <pc:docMk/>
          <pc:sldMk cId="0" sldId="263"/>
        </pc:sldMkLst>
        <pc:spChg chg="mod">
          <ac:chgData name="JUAN PEDRO LEON FARIAS" userId="S::ju.leonfa@duocuc.cl::5f7a9f77-ff8e-4d2c-af70-0d8abdf12ca4" providerId="AD" clId="Web-{CB069961-8B36-DA1C-74E3-993BA5A6DC13}" dt="2026-09-03T00:29:34.475" v="51" actId="20577"/>
          <ac:spMkLst>
            <pc:docMk/>
            <pc:sldMk cId="0" sldId="263"/>
            <ac:spMk id="5" creationId="{00000000-0000-0000-0000-000000000000}"/>
          </ac:spMkLst>
        </pc:spChg>
        <pc:spChg chg="add del">
          <ac:chgData name="JUAN PEDRO LEON FARIAS" userId="S::ju.leonfa@duocuc.cl::5f7a9f77-ff8e-4d2c-af70-0d8abdf12ca4" providerId="AD" clId="Web-{CB069961-8B36-DA1C-74E3-993BA5A6DC13}" dt="2026-09-03T00:11:47.200" v="3"/>
          <ac:spMkLst>
            <pc:docMk/>
            <pc:sldMk cId="0" sldId="263"/>
            <ac:spMk id="7" creationId="{00000000-0000-0000-0000-000000000000}"/>
          </ac:spMkLst>
        </pc:spChg>
        <pc:spChg chg="add del">
          <ac:chgData name="JUAN PEDRO LEON FARIAS" userId="S::ju.leonfa@duocuc.cl::5f7a9f77-ff8e-4d2c-af70-0d8abdf12ca4" providerId="AD" clId="Web-{CB069961-8B36-DA1C-74E3-993BA5A6DC13}" dt="2026-09-03T00:11:47.200" v="4"/>
          <ac:spMkLst>
            <pc:docMk/>
            <pc:sldMk cId="0" sldId="263"/>
            <ac:spMk id="8" creationId="{00000000-0000-0000-0000-000000000000}"/>
          </ac:spMkLst>
        </pc:spChg>
        <pc:spChg chg="add del">
          <ac:chgData name="JUAN PEDRO LEON FARIAS" userId="S::ju.leonfa@duocuc.cl::5f7a9f77-ff8e-4d2c-af70-0d8abdf12ca4" providerId="AD" clId="Web-{CB069961-8B36-DA1C-74E3-993BA5A6DC13}" dt="2026-09-03T00:11:51.747" v="6"/>
          <ac:spMkLst>
            <pc:docMk/>
            <pc:sldMk cId="0" sldId="263"/>
            <ac:spMk id="9" creationId="{00000000-0000-0000-0000-000000000000}"/>
          </ac:spMkLst>
        </pc:spChg>
        <pc:spChg chg="del mod">
          <ac:chgData name="JUAN PEDRO LEON FARIAS" userId="S::ju.leonfa@duocuc.cl::5f7a9f77-ff8e-4d2c-af70-0d8abdf12ca4" providerId="AD" clId="Web-{CB069961-8B36-DA1C-74E3-993BA5A6DC13}" dt="2026-09-03T00:33:14.021" v="8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UAN PEDRO LEON FARIAS" userId="S::ju.leonfa@duocuc.cl::5f7a9f77-ff8e-4d2c-af70-0d8abdf12ca4" providerId="AD" clId="Web-{CB069961-8B36-DA1C-74E3-993BA5A6DC13}" dt="2026-09-03T00:35:22.639" v="117" actId="107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JUAN PEDRO LEON FARIAS" userId="S::ju.leonfa@duocuc.cl::5f7a9f77-ff8e-4d2c-af70-0d8abdf12ca4" providerId="AD" clId="Web-{CB069961-8B36-DA1C-74E3-993BA5A6DC13}" dt="2026-09-03T00:35:22.655" v="118" actId="1076"/>
          <ac:spMkLst>
            <pc:docMk/>
            <pc:sldMk cId="0" sldId="263"/>
            <ac:spMk id="18" creationId="{00000000-0000-0000-0000-000000000000}"/>
          </ac:spMkLst>
        </pc:spChg>
        <pc:spChg chg="add mod">
          <ac:chgData name="JUAN PEDRO LEON FARIAS" userId="S::ju.leonfa@duocuc.cl::5f7a9f77-ff8e-4d2c-af70-0d8abdf12ca4" providerId="AD" clId="Web-{CB069961-8B36-DA1C-74E3-993BA5A6DC13}" dt="2026-09-03T00:35:22.655" v="119" actId="1076"/>
          <ac:spMkLst>
            <pc:docMk/>
            <pc:sldMk cId="0" sldId="263"/>
            <ac:spMk id="24" creationId="{8A8A107A-434D-FF8F-B30A-B95BA8B14DEA}"/>
          </ac:spMkLst>
        </pc:spChg>
        <pc:spChg chg="add mod">
          <ac:chgData name="JUAN PEDRO LEON FARIAS" userId="S::ju.leonfa@duocuc.cl::5f7a9f77-ff8e-4d2c-af70-0d8abdf12ca4" providerId="AD" clId="Web-{CB069961-8B36-DA1C-74E3-993BA5A6DC13}" dt="2026-09-03T00:35:41.750" v="135" actId="20577"/>
          <ac:spMkLst>
            <pc:docMk/>
            <pc:sldMk cId="0" sldId="263"/>
            <ac:spMk id="25" creationId="{F7AE45A3-5746-F38F-7488-DF2FA28F51A8}"/>
          </ac:spMkLst>
        </pc:spChg>
      </pc:sldChg>
    </pc:docChg>
  </pc:docChgLst>
  <pc:docChgLst>
    <pc:chgData name="ELIAS MAXIMILIANO GUALA PEREZ" userId="S::el.guala@duocuc.cl::c1945443-fafe-4518-aa0a-01c5998d4658" providerId="AD" clId="Web-{CFD16857-BBBF-D6EA-7EEE-44555B073C07}"/>
    <pc:docChg chg="modSld">
      <pc:chgData name="ELIAS MAXIMILIANO GUALA PEREZ" userId="S::el.guala@duocuc.cl::c1945443-fafe-4518-aa0a-01c5998d4658" providerId="AD" clId="Web-{CFD16857-BBBF-D6EA-7EEE-44555B073C07}" dt="2026-09-03T02:37:21.175" v="52" actId="20577"/>
      <pc:docMkLst>
        <pc:docMk/>
      </pc:docMkLst>
      <pc:sldChg chg="modSp">
        <pc:chgData name="ELIAS MAXIMILIANO GUALA PEREZ" userId="S::el.guala@duocuc.cl::c1945443-fafe-4518-aa0a-01c5998d4658" providerId="AD" clId="Web-{CFD16857-BBBF-D6EA-7EEE-44555B073C07}" dt="2026-09-03T02:37:21.175" v="52" actId="20577"/>
        <pc:sldMkLst>
          <pc:docMk/>
          <pc:sldMk cId="0" sldId="262"/>
        </pc:sldMkLst>
        <pc:spChg chg="mod">
          <ac:chgData name="ELIAS MAXIMILIANO GUALA PEREZ" userId="S::el.guala@duocuc.cl::c1945443-fafe-4518-aa0a-01c5998d4658" providerId="AD" clId="Web-{CFD16857-BBBF-D6EA-7EEE-44555B073C07}" dt="2026-09-03T02:37:21.175" v="52" actId="20577"/>
          <ac:spMkLst>
            <pc:docMk/>
            <pc:sldMk cId="0" sldId="262"/>
            <ac:spMk id="36" creationId="{5C9D57D0-9C3E-2B7A-9665-87891F1B3A3C}"/>
          </ac:spMkLst>
        </pc:spChg>
      </pc:sldChg>
      <pc:sldChg chg="addSp delSp modSp addAnim">
        <pc:chgData name="ELIAS MAXIMILIANO GUALA PEREZ" userId="S::el.guala@duocuc.cl::c1945443-fafe-4518-aa0a-01c5998d4658" providerId="AD" clId="Web-{CFD16857-BBBF-D6EA-7EEE-44555B073C07}" dt="2026-09-03T02:33:34.635" v="49" actId="20577"/>
        <pc:sldMkLst>
          <pc:docMk/>
          <pc:sldMk cId="0" sldId="263"/>
        </pc:sldMkLst>
        <pc:spChg chg="del">
          <ac:chgData name="ELIAS MAXIMILIANO GUALA PEREZ" userId="S::el.guala@duocuc.cl::c1945443-fafe-4518-aa0a-01c5998d4658" providerId="AD" clId="Web-{CFD16857-BBBF-D6EA-7EEE-44555B073C07}" dt="2026-09-03T02:31:41.881" v="5"/>
          <ac:spMkLst>
            <pc:docMk/>
            <pc:sldMk cId="0" sldId="263"/>
            <ac:spMk id="5" creationId="{00000000-0000-0000-0000-000000000000}"/>
          </ac:spMkLst>
        </pc:spChg>
        <pc:spChg chg="mod">
          <ac:chgData name="ELIAS MAXIMILIANO GUALA PEREZ" userId="S::el.guala@duocuc.cl::c1945443-fafe-4518-aa0a-01c5998d4658" providerId="AD" clId="Web-{CFD16857-BBBF-D6EA-7EEE-44555B073C07}" dt="2026-09-03T02:33:34.635" v="49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ELIAS MAXIMILIANO GUALA PEREZ" userId="S::el.guala@duocuc.cl::c1945443-fafe-4518-aa0a-01c5998d4658" providerId="AD" clId="Web-{CFD16857-BBBF-D6EA-7EEE-44555B073C07}" dt="2026-09-03T02:09:42.634" v="4" actId="20577"/>
          <ac:spMkLst>
            <pc:docMk/>
            <pc:sldMk cId="0" sldId="263"/>
            <ac:spMk id="25" creationId="{F7AE45A3-5746-F38F-7488-DF2FA28F51A8}"/>
          </ac:spMkLst>
        </pc:spChg>
        <pc:picChg chg="add mod">
          <ac:chgData name="ELIAS MAXIMILIANO GUALA PEREZ" userId="S::el.guala@duocuc.cl::c1945443-fafe-4518-aa0a-01c5998d4658" providerId="AD" clId="Web-{CFD16857-BBBF-D6EA-7EEE-44555B073C07}" dt="2026-09-03T02:32:05.694" v="8" actId="1076"/>
          <ac:picMkLst>
            <pc:docMk/>
            <pc:sldMk cId="0" sldId="263"/>
            <ac:picMk id="9" creationId="{E2CE0D35-3356-1180-F0F4-4191F7C20573}"/>
          </ac:picMkLst>
        </pc:picChg>
      </pc:sldChg>
    </pc:docChg>
  </pc:docChgLst>
  <pc:docChgLst>
    <pc:chgData name="JUAN PEDRO LEON FARIAS" userId="S::ju.leonfa@duocuc.cl::5f7a9f77-ff8e-4d2c-af70-0d8abdf12ca4" providerId="AD" clId="Web-{EAE1888C-479C-5153-EAF6-B5822D34CC7B}"/>
    <pc:docChg chg="modSld">
      <pc:chgData name="JUAN PEDRO LEON FARIAS" userId="S::ju.leonfa@duocuc.cl::5f7a9f77-ff8e-4d2c-af70-0d8abdf12ca4" providerId="AD" clId="Web-{EAE1888C-479C-5153-EAF6-B5822D34CC7B}" dt="2026-09-03T02:35:01.627" v="23" actId="20577"/>
      <pc:docMkLst>
        <pc:docMk/>
      </pc:docMkLst>
      <pc:sldChg chg="modSp">
        <pc:chgData name="JUAN PEDRO LEON FARIAS" userId="S::ju.leonfa@duocuc.cl::5f7a9f77-ff8e-4d2c-af70-0d8abdf12ca4" providerId="AD" clId="Web-{EAE1888C-479C-5153-EAF6-B5822D34CC7B}" dt="2026-09-03T02:35:01.627" v="23" actId="20577"/>
        <pc:sldMkLst>
          <pc:docMk/>
          <pc:sldMk cId="0" sldId="257"/>
        </pc:sldMkLst>
        <pc:spChg chg="mod">
          <ac:chgData name="JUAN PEDRO LEON FARIAS" userId="S::ju.leonfa@duocuc.cl::5f7a9f77-ff8e-4d2c-af70-0d8abdf12ca4" providerId="AD" clId="Web-{EAE1888C-479C-5153-EAF6-B5822D34CC7B}" dt="2026-09-03T02:35:01.627" v="23" actId="20577"/>
          <ac:spMkLst>
            <pc:docMk/>
            <pc:sldMk cId="0" sldId="257"/>
            <ac:spMk id="9" creationId="{00000000-0000-0000-0000-000000000000}"/>
          </ac:spMkLst>
        </pc:spChg>
      </pc:sldChg>
    </pc:docChg>
  </pc:docChgLst>
  <pc:docChgLst>
    <pc:chgData name="SEBASTIAN ALEJANDRO MATURANA BALADA" userId="S::se.maturanab@duocuc.cl::1ebf2d49-a0d0-4132-b0d5-5b2ced38067e" providerId="AD" clId="Web-{13416E01-E772-DF4E-19A1-5860AB4E5D24}"/>
    <pc:docChg chg="modSld">
      <pc:chgData name="SEBASTIAN ALEJANDRO MATURANA BALADA" userId="S::se.maturanab@duocuc.cl::1ebf2d49-a0d0-4132-b0d5-5b2ced38067e" providerId="AD" clId="Web-{13416E01-E772-DF4E-19A1-5860AB4E5D24}" dt="2026-09-03T00:29:05.951" v="61" actId="1076"/>
      <pc:docMkLst>
        <pc:docMk/>
      </pc:docMkLst>
      <pc:sldChg chg="addSp delSp modSp">
        <pc:chgData name="SEBASTIAN ALEJANDRO MATURANA BALADA" userId="S::se.maturanab@duocuc.cl::1ebf2d49-a0d0-4132-b0d5-5b2ced38067e" providerId="AD" clId="Web-{13416E01-E772-DF4E-19A1-5860AB4E5D24}" dt="2026-09-03T00:29:05.951" v="61" actId="1076"/>
        <pc:sldMkLst>
          <pc:docMk/>
          <pc:sldMk cId="0" sldId="256"/>
        </pc:sldMkLst>
        <pc:picChg chg="del mod">
          <ac:chgData name="SEBASTIAN ALEJANDRO MATURANA BALADA" userId="S::se.maturanab@duocuc.cl::1ebf2d49-a0d0-4132-b0d5-5b2ced38067e" providerId="AD" clId="Web-{13416E01-E772-DF4E-19A1-5860AB4E5D24}" dt="2026-09-03T00:28:52.372" v="48"/>
          <ac:picMkLst>
            <pc:docMk/>
            <pc:sldMk cId="0" sldId="256"/>
            <ac:picMk id="2" creationId="{00000000-0000-0000-0000-000000000000}"/>
          </ac:picMkLst>
        </pc:picChg>
        <pc:picChg chg="del mod">
          <ac:chgData name="SEBASTIAN ALEJANDRO MATURANA BALADA" userId="S::se.maturanab@duocuc.cl::1ebf2d49-a0d0-4132-b0d5-5b2ced38067e" providerId="AD" clId="Web-{13416E01-E772-DF4E-19A1-5860AB4E5D24}" dt="2026-09-03T00:23:15.624" v="24"/>
          <ac:picMkLst>
            <pc:docMk/>
            <pc:sldMk cId="0" sldId="256"/>
            <ac:picMk id="13" creationId="{26FB947F-A028-2E64-3631-F0F1B08A617A}"/>
          </ac:picMkLst>
        </pc:picChg>
        <pc:picChg chg="add del mod">
          <ac:chgData name="SEBASTIAN ALEJANDRO MATURANA BALADA" userId="S::se.maturanab@duocuc.cl::1ebf2d49-a0d0-4132-b0d5-5b2ced38067e" providerId="AD" clId="Web-{13416E01-E772-DF4E-19A1-5860AB4E5D24}" dt="2026-09-03T00:25:45.427" v="37"/>
          <ac:picMkLst>
            <pc:docMk/>
            <pc:sldMk cId="0" sldId="256"/>
            <ac:picMk id="14" creationId="{B8962CA6-C33B-F2AC-4CBD-8D1B95980F6C}"/>
          </ac:picMkLst>
        </pc:picChg>
        <pc:picChg chg="add del mod">
          <ac:chgData name="SEBASTIAN ALEJANDRO MATURANA BALADA" userId="S::se.maturanab@duocuc.cl::1ebf2d49-a0d0-4132-b0d5-5b2ced38067e" providerId="AD" clId="Web-{13416E01-E772-DF4E-19A1-5860AB4E5D24}" dt="2026-09-03T00:28:15.121" v="40"/>
          <ac:picMkLst>
            <pc:docMk/>
            <pc:sldMk cId="0" sldId="256"/>
            <ac:picMk id="15" creationId="{0706688A-C784-DBA3-2A2A-4BCC614F277B}"/>
          </ac:picMkLst>
        </pc:picChg>
        <pc:picChg chg="add mod">
          <ac:chgData name="SEBASTIAN ALEJANDRO MATURANA BALADA" userId="S::se.maturanab@duocuc.cl::1ebf2d49-a0d0-4132-b0d5-5b2ced38067e" providerId="AD" clId="Web-{13416E01-E772-DF4E-19A1-5860AB4E5D24}" dt="2026-09-03T00:29:05.951" v="61" actId="1076"/>
          <ac:picMkLst>
            <pc:docMk/>
            <pc:sldMk cId="0" sldId="256"/>
            <ac:picMk id="16" creationId="{A28D6E69-42A6-A2D2-10C7-D6A25F0C393A}"/>
          </ac:picMkLst>
        </pc:picChg>
      </pc:sldChg>
      <pc:sldChg chg="addSp modSp">
        <pc:chgData name="SEBASTIAN ALEJANDRO MATURANA BALADA" userId="S::se.maturanab@duocuc.cl::1ebf2d49-a0d0-4132-b0d5-5b2ced38067e" providerId="AD" clId="Web-{13416E01-E772-DF4E-19A1-5860AB4E5D24}" dt="2026-09-03T00:19:10.692" v="22" actId="20577"/>
        <pc:sldMkLst>
          <pc:docMk/>
          <pc:sldMk cId="0" sldId="262"/>
        </pc:sldMkLst>
        <pc:spChg chg="mod">
          <ac:chgData name="SEBASTIAN ALEJANDRO MATURANA BALADA" userId="S::se.maturanab@duocuc.cl::1ebf2d49-a0d0-4132-b0d5-5b2ced38067e" providerId="AD" clId="Web-{13416E01-E772-DF4E-19A1-5860AB4E5D24}" dt="2026-09-03T00:14:39.884" v="2" actId="1076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SEBASTIAN ALEJANDRO MATURANA BALADA" userId="S::se.maturanab@duocuc.cl::1ebf2d49-a0d0-4132-b0d5-5b2ced38067e" providerId="AD" clId="Web-{13416E01-E772-DF4E-19A1-5860AB4E5D24}" dt="2026-09-03T00:19:10.692" v="22" actId="20577"/>
          <ac:spMkLst>
            <pc:docMk/>
            <pc:sldMk cId="0" sldId="262"/>
            <ac:spMk id="36" creationId="{5C9D57D0-9C3E-2B7A-9665-87891F1B3A3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23C08-9D8E-4066-9D8F-2557CAD63F2F}" type="datetimeFigureOut">
              <a:t>9/3/2026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943DD-A0F3-42F9-96D8-00A5B2C20D2F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160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· CAPSTONE</a:t>
            </a:r>
            <a:endParaRPr lang="en-US" sz="1300"/>
          </a:p>
        </p:txBody>
      </p:sp>
      <p:sp>
        <p:nvSpPr>
          <p:cNvPr id="4" name="Text 1"/>
          <p:cNvSpPr/>
          <p:nvPr/>
        </p:nvSpPr>
        <p:spPr>
          <a:xfrm>
            <a:off x="594360" y="1463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SEMAXEL</a:t>
            </a:r>
            <a:endParaRPr lang="en-US" sz="4600"/>
          </a:p>
        </p:txBody>
      </p:sp>
      <p:sp>
        <p:nvSpPr>
          <p:cNvPr id="5" name="Text 2"/>
          <p:cNvSpPr/>
          <p:nvPr/>
        </p:nvSpPr>
        <p:spPr>
          <a:xfrm>
            <a:off x="640080" y="2423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Personal Técnico y Mantenimiento de Infraestructura</a:t>
            </a:r>
            <a:endParaRPr lang="en-US" sz="1500"/>
          </a:p>
        </p:txBody>
      </p:sp>
      <p:sp>
        <p:nvSpPr>
          <p:cNvPr id="6" name="Shape 3"/>
          <p:cNvSpPr/>
          <p:nvPr/>
        </p:nvSpPr>
        <p:spPr>
          <a:xfrm>
            <a:off x="640080" y="3337560"/>
            <a:ext cx="612648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Duarte   </a:t>
            </a: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640080" y="42702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Juan León </a:t>
            </a:r>
            <a:r>
              <a:rPr lang="en-US" sz="120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Product Owner / QA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465429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Elías Guala   </a:t>
            </a: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Backend</a:t>
            </a:r>
            <a:endParaRPr lang="en-US" sz="1300"/>
          </a:p>
        </p:txBody>
      </p:sp>
      <p:sp>
        <p:nvSpPr>
          <p:cNvPr id="11" name="Text 8"/>
          <p:cNvSpPr/>
          <p:nvPr/>
        </p:nvSpPr>
        <p:spPr>
          <a:xfrm>
            <a:off x="640080" y="503834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Maturana   </a:t>
            </a: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Frontend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640080" y="6263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Asignatura</a:t>
            </a:r>
            <a:r>
              <a:rPr lang="en-US" sz="11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100" i="1" err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docente</a:t>
            </a:r>
            <a:r>
              <a:rPr lang="en-US" sz="1100" i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: PTY4614 - Capstone / Cindy Contador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8D6E69-42A6-A2D2-10C7-D6A25F0C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419" y="1573893"/>
            <a:ext cx="2858772" cy="3165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SE BUSCA SOLUCIONAR?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trazabilidad, el nulo control de los tiempos de respuesta (SLA) y los altos costos generados por reparaciones de emergencia.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30352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Las tiendas y locales </a:t>
            </a:r>
            <a:r>
              <a:rPr lang="en-US" sz="14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gestionan</a:t>
            </a: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4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mantenimiento</a:t>
            </a: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4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su</a:t>
            </a: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infraestructura</a:t>
            </a: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4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clima</a:t>
            </a: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electricidad</a:t>
            </a:r>
            <a:r>
              <a:rPr lang="en-US" sz="14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, etc.) de forma desestructurada mediante llamadas o WhatsApp.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AFECTADOS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6858000" y="20574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040880" y="2276856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3" name="Image 0" descr="/home/claude/semaxel/icons/user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962" y="2478938"/>
            <a:ext cx="373075" cy="3730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01000" y="22037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Encargados de local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8001000" y="25603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Frustración por demoras</a:t>
            </a:r>
            <a:endParaRPr lang="en-US" sz="1150"/>
          </a:p>
        </p:txBody>
      </p:sp>
      <p:sp>
        <p:nvSpPr>
          <p:cNvPr id="16" name="Shape 13"/>
          <p:cNvSpPr/>
          <p:nvPr/>
        </p:nvSpPr>
        <p:spPr>
          <a:xfrm>
            <a:off x="6858000" y="347472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040880" y="3694176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/home/claude/semaxel/icons/trenddow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962" y="3896258"/>
            <a:ext cx="373075" cy="373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01000" y="36210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de terreno</a:t>
            </a:r>
            <a:endParaRPr lang="en-US" sz="1400"/>
          </a:p>
        </p:txBody>
      </p:sp>
      <p:sp>
        <p:nvSpPr>
          <p:cNvPr id="20" name="Text 16"/>
          <p:cNvSpPr/>
          <p:nvPr/>
        </p:nvSpPr>
        <p:spPr>
          <a:xfrm>
            <a:off x="800100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Desorganización</a:t>
            </a:r>
            <a:endParaRPr lang="en-US" sz="1150"/>
          </a:p>
        </p:txBody>
      </p:sp>
      <p:sp>
        <p:nvSpPr>
          <p:cNvPr id="21" name="Shape 17"/>
          <p:cNvSpPr/>
          <p:nvPr/>
        </p:nvSpPr>
        <p:spPr>
          <a:xfrm>
            <a:off x="6858000" y="48920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040880" y="5111496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/home/claude/semaxel/icons/aler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962" y="5313578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01000" y="503834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de Operaciones</a:t>
            </a:r>
            <a:endParaRPr lang="en-US" sz="1400"/>
          </a:p>
        </p:txBody>
      </p:sp>
      <p:sp>
        <p:nvSpPr>
          <p:cNvPr id="25" name="Text 20"/>
          <p:cNvSpPr/>
          <p:nvPr/>
        </p:nvSpPr>
        <p:spPr>
          <a:xfrm>
            <a:off x="8001000" y="5394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económica por tiempos de inactividad</a:t>
            </a:r>
            <a:endParaRPr lang="en-US" sz="1150"/>
          </a:p>
        </p:txBody>
      </p:sp>
      <p:sp>
        <p:nvSpPr>
          <p:cNvPr id="26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7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propuesta y funcionalidades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SOLUCIÓN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548640" y="19019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SaaS/PWA para centralizar el ciclo de vida del mantenimiento.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SOLUCIONA EL PROBLEMA?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 los reportes, automatiza las asignaciones y transparenta los tiempos de ejecución y costos.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FUNCIONALIDADES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/home/claude/semaxel/icons/phon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20166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4846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exprés de incidencias</a:t>
            </a:r>
            <a:endParaRPr lang="en-US" sz="1300"/>
          </a:p>
        </p:txBody>
      </p:sp>
      <p:sp>
        <p:nvSpPr>
          <p:cNvPr id="14" name="Shape 11"/>
          <p:cNvSpPr/>
          <p:nvPr/>
        </p:nvSpPr>
        <p:spPr>
          <a:xfrm>
            <a:off x="3383280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611880" y="4023360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/home/claude/semaxel/icons/clo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88" y="42016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11880" y="4846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y asignación de OT</a:t>
            </a:r>
            <a:endParaRPr lang="en-US" sz="1300"/>
          </a:p>
        </p:txBody>
      </p:sp>
      <p:sp>
        <p:nvSpPr>
          <p:cNvPr id="18" name="Text 14"/>
          <p:cNvSpPr/>
          <p:nvPr/>
        </p:nvSpPr>
        <p:spPr>
          <a:xfrm>
            <a:off x="3611880" y="5440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de trabajo controlando tiempos SLA.</a:t>
            </a:r>
            <a:endParaRPr lang="en-US" sz="1050"/>
          </a:p>
        </p:txBody>
      </p:sp>
      <p:sp>
        <p:nvSpPr>
          <p:cNvPr id="19" name="Shape 15"/>
          <p:cNvSpPr/>
          <p:nvPr/>
        </p:nvSpPr>
        <p:spPr>
          <a:xfrm>
            <a:off x="6217920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6446520" y="4023360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21" name="Image 2" descr="/home/claude/semaxel/icons/calendar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42016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4846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preventivos</a:t>
            </a:r>
            <a:endParaRPr lang="en-US" sz="1300"/>
          </a:p>
        </p:txBody>
      </p:sp>
      <p:sp>
        <p:nvSpPr>
          <p:cNvPr id="23" name="Text 18"/>
          <p:cNvSpPr/>
          <p:nvPr/>
        </p:nvSpPr>
        <p:spPr>
          <a:xfrm>
            <a:off x="6446520" y="5440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Mantenimientos preventivos automatizados.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9052560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9281160" y="4023360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26" name="Image 3" descr="/home/claude/semaxel/icons/grid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468" y="420166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81160" y="4846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gerencial</a:t>
            </a:r>
            <a:endParaRPr lang="en-US" sz="1300"/>
          </a:p>
        </p:txBody>
      </p:sp>
      <p:sp>
        <p:nvSpPr>
          <p:cNvPr id="28" name="Text 22"/>
          <p:cNvSpPr/>
          <p:nvPr/>
        </p:nvSpPr>
        <p:spPr>
          <a:xfrm>
            <a:off x="9281160" y="5440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gestión.</a:t>
            </a:r>
            <a:endParaRPr lang="en-US" sz="105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1C2333"/>
          </a:solidFill>
          <a:ln w="12700">
            <a:solidFill>
              <a:srgbClr val="00D9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semaxel/icons/targe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10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1783080" y="2103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>Desarrollar e implementar un sistema web "SEMAXEL" para centralizar el reporte de incidencias y la gestión de Órdenes de Trabajo en sucursales, utilizando una arquitectura modular (Python, Django y MySQL), garantizando el cumplimiento del 100% de los requerimientos funcionales en un plazo máximo de 4 meses.</a:t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 err="1">
                <a:solidFill>
                  <a:srgbClr val="E6EDF3"/>
                </a:solidFill>
                <a:ea typeface="+mn-lt"/>
                <a:cs typeface="+mn-lt"/>
              </a:rPr>
              <a:t/>
            </a:r>
            <a:r>
              <a:rPr lang="en-US" sz="1400">
                <a:solidFill>
                  <a:srgbClr val="E6EDF3"/>
                </a:solidFill>
                <a:ea typeface="+mn-lt"/>
                <a:cs typeface="+mn-lt"/>
              </a:rPr>
              <a:t/>
            </a:r>
            <a:endParaRPr lang="es-ES">
              <a:ea typeface="+mn-lt"/>
              <a:cs typeface="+mn-lt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77240" y="37947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semaxel/icons/database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399684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63931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una arquitectura de base de datos relacional para gestionar activos, tickets y SLA.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6080760" y="34747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309360" y="37947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/home/claude/semaxel/icons/phone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442" y="39968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363931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interfaces responsivas (Mobile-first) para operarios y técnicos.</a:t>
            </a:r>
            <a:endParaRPr lang="en-US" sz="125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77240" y="53949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/home/claude/semaxel/icons/terminal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322" y="559704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523951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lógica de negocio y OT en el backend.</a:t>
            </a:r>
            <a:endParaRPr lang="en-US" sz="1250"/>
          </a:p>
        </p:txBody>
      </p:sp>
      <p:sp>
        <p:nvSpPr>
          <p:cNvPr id="22" name="Shape 16"/>
          <p:cNvSpPr/>
          <p:nvPr/>
        </p:nvSpPr>
        <p:spPr>
          <a:xfrm>
            <a:off x="6080760" y="50749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6309360" y="53949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/home/claude/semaxel/icons/check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442" y="5597042"/>
            <a:ext cx="373075" cy="3730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0" y="5239512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calidad del software (QA) mediante pruebas funcionales.</a:t>
            </a:r>
            <a:endParaRPr lang="en-US" sz="1250"/>
          </a:p>
        </p:txBody>
      </p:sp>
      <p:sp>
        <p:nvSpPr>
          <p:cNvPr id="26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7" name="Text 2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desarrollo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1C2333"/>
          </a:solidFill>
          <a:ln w="12700">
            <a:solidFill>
              <a:srgbClr val="39FF1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semaxel/icons/refresh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21460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SELECCIONADA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260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trabajo ágil.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868680" y="4251960"/>
            <a:ext cx="4023360" cy="0"/>
          </a:xfrm>
          <a:prstGeom prst="line">
            <a:avLst/>
          </a:prstGeom>
          <a:noFill/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868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868680" y="4736592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el desarrollo iterativo e incremental del software, facilitando la adaptación a cambios y asegurando la entrega de módulos funcionales (MVP) desde el primer mes.</a:t>
            </a:r>
            <a:endParaRPr lang="en-US" sz="1250"/>
          </a:p>
        </p:txBody>
      </p:sp>
      <p:sp>
        <p:nvSpPr>
          <p:cNvPr id="13" name="Text 10"/>
          <p:cNvSpPr/>
          <p:nvPr/>
        </p:nvSpPr>
        <p:spPr>
          <a:xfrm>
            <a:off x="5532120" y="1737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EL PROYECTO</a:t>
            </a:r>
            <a:endParaRPr lang="en-US" sz="1100"/>
          </a:p>
        </p:txBody>
      </p:sp>
      <p:sp>
        <p:nvSpPr>
          <p:cNvPr id="14" name="Shape 11"/>
          <p:cNvSpPr/>
          <p:nvPr/>
        </p:nvSpPr>
        <p:spPr>
          <a:xfrm>
            <a:off x="5532120" y="210312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760720" y="2560320"/>
            <a:ext cx="146304" cy="146304"/>
          </a:xfrm>
          <a:prstGeom prst="ellipse">
            <a:avLst/>
          </a:prstGeom>
          <a:solidFill>
            <a:srgbClr val="39FF14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080760" y="2267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de dos semanas</a:t>
            </a:r>
            <a:endParaRPr lang="en-US" sz="1400"/>
          </a:p>
        </p:txBody>
      </p:sp>
      <p:sp>
        <p:nvSpPr>
          <p:cNvPr id="17" name="Text 14"/>
          <p:cNvSpPr/>
          <p:nvPr/>
        </p:nvSpPr>
        <p:spPr>
          <a:xfrm>
            <a:off x="6080760" y="26700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desarrollo iterativo.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5532120" y="35204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760720" y="3977640"/>
            <a:ext cx="146304" cy="146304"/>
          </a:xfrm>
          <a:prstGeom prst="ellipse">
            <a:avLst/>
          </a:prstGeom>
          <a:solidFill>
            <a:srgbClr val="39FF14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080760" y="36850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</a:t>
            </a:r>
            <a:endParaRPr lang="en-US" sz="1400"/>
          </a:p>
        </p:txBody>
      </p:sp>
      <p:sp>
        <p:nvSpPr>
          <p:cNvPr id="21" name="Text 18"/>
          <p:cNvSpPr/>
          <p:nvPr/>
        </p:nvSpPr>
        <p:spPr>
          <a:xfrm>
            <a:off x="6080760" y="4087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Master, Product Owner y Líderes Técnicos.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5532120" y="493776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5760720" y="5394960"/>
            <a:ext cx="146304" cy="146304"/>
          </a:xfrm>
          <a:prstGeom prst="ellipse">
            <a:avLst/>
          </a:prstGeom>
          <a:solidFill>
            <a:srgbClr val="39FF14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080760" y="51023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Ceremonias ágiles</a:t>
            </a:r>
            <a:endParaRPr lang="en-US" sz="1400"/>
          </a:p>
        </p:txBody>
      </p:sp>
      <p:sp>
        <p:nvSpPr>
          <p:cNvPr id="25" name="Text 22"/>
          <p:cNvSpPr/>
          <p:nvPr/>
        </p:nvSpPr>
        <p:spPr>
          <a:xfrm>
            <a:off x="6080760" y="55046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Review y Retrospectiva en cada sprint.</a:t>
            </a:r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7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y Carta Gantt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78992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2631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i="1">
              <a:solidFill>
                <a:srgbClr val="8B949E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total: </a:t>
            </a:r>
            <a:r>
              <a:rPr lang="en-US" sz="13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meses (16 semanas activas de desarrollo).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42519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INICIO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historias de usuario, modelo de datos y diseño UI.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777240" y="571500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Juan y Sebastián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4233672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62272" y="42519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EJECUCIÓN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462272" y="4617720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Desarrollo </a:t>
            </a:r>
            <a:r>
              <a:rPr lang="en-US" sz="115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4 Sprints: Base de Datos, OT/SLA y Dashboard.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62272" y="571500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Equipo de Desarrollo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7918704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47304" y="425196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PRUEBAS Y CIERRE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8147304" y="4617720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QA, corrección de bugs, paso a producción en la nube y documentación.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8147304" y="571500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Elías y Juan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2B8DBB4-8ED3-12B2-4456-B7850826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715" y="1597682"/>
            <a:ext cx="5146019" cy="1867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trabajo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semaxel/icons/gri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1680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Jira / </a:t>
            </a:r>
            <a:r>
              <a:rPr lang="en-US" sz="1150" err="1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(Product Backlog)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233672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07992" y="19659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home/claude/semaxel/icons/terminal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074" y="2168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07992" y="2926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4507992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50"/>
          </a:p>
        </p:txBody>
      </p:sp>
      <p:sp>
        <p:nvSpPr>
          <p:cNvPr id="14" name="Shape 10"/>
          <p:cNvSpPr/>
          <p:nvPr/>
        </p:nvSpPr>
        <p:spPr>
          <a:xfrm>
            <a:off x="7918704" y="169164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193024" y="196596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/home/claude/semaxel/icons/cpu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106" y="2168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3024" y="2926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/>
          </a:p>
        </p:txBody>
      </p:sp>
      <p:sp>
        <p:nvSpPr>
          <p:cNvPr id="18" name="Text 13"/>
          <p:cNvSpPr/>
          <p:nvPr/>
        </p:nvSpPr>
        <p:spPr>
          <a:xfrm>
            <a:off x="8193024" y="3291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(Backend Python) + Bootstrap 5</a:t>
            </a:r>
            <a:endParaRPr lang="en-US" sz="115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22960" y="434340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/home/claude/semaxel/icons/database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042" y="45454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303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400"/>
          </a:p>
        </p:txBody>
      </p:sp>
      <p:sp>
        <p:nvSpPr>
          <p:cNvPr id="23" name="Text 17"/>
          <p:cNvSpPr/>
          <p:nvPr/>
        </p:nvSpPr>
        <p:spPr>
          <a:xfrm>
            <a:off x="822960" y="56692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150"/>
          </a:p>
        </p:txBody>
      </p:sp>
      <p:sp>
        <p:nvSpPr>
          <p:cNvPr id="24" name="Shape 18"/>
          <p:cNvSpPr/>
          <p:nvPr/>
        </p:nvSpPr>
        <p:spPr>
          <a:xfrm>
            <a:off x="4233672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507992" y="434340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/home/claude/semaxel/icons/refresh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074" y="454548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07992" y="5303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400"/>
          </a:p>
        </p:txBody>
      </p:sp>
      <p:sp>
        <p:nvSpPr>
          <p:cNvPr id="28" name="Text 21"/>
          <p:cNvSpPr/>
          <p:nvPr/>
        </p:nvSpPr>
        <p:spPr>
          <a:xfrm>
            <a:off x="4507992" y="566928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</a:t>
            </a:r>
            <a:endParaRPr lang="en-US" sz="1150"/>
          </a:p>
        </p:txBody>
      </p:sp>
      <p:sp>
        <p:nvSpPr>
          <p:cNvPr id="29" name="Shape 22"/>
          <p:cNvSpPr/>
          <p:nvPr/>
        </p:nvSpPr>
        <p:spPr>
          <a:xfrm>
            <a:off x="7918704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193024" y="4343400"/>
            <a:ext cx="777240" cy="77724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/home/claude/semaxel/icons/layout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5106" y="454548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93024" y="5303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/ Prototipado</a:t>
            </a:r>
            <a:endParaRPr lang="en-US" sz="140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5C9D57D0-9C3E-2B7A-9665-87891F1B3A3C}"/>
              </a:ext>
            </a:extLst>
          </p:cNvPr>
          <p:cNvSpPr/>
          <p:nvPr/>
        </p:nvSpPr>
        <p:spPr>
          <a:xfrm>
            <a:off x="8190305" y="5665161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8B949E"/>
                </a:solidFill>
                <a:latin typeface="Calibri"/>
                <a:ea typeface="Calibri"/>
                <a:cs typeface="Calibri"/>
              </a:rPr>
              <a:t>Figma / Demo_data.py - HTML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inicial del software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3520440"/>
          </a:xfrm>
          <a:prstGeom prst="roundRect">
            <a:avLst>
              <a:gd name="adj" fmla="val 2078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86600" y="16916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BÁSICO A MOSTRAR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7086600" y="2011680"/>
            <a:ext cx="365760" cy="36576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0866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7086600" y="2560320"/>
            <a:ext cx="365760" cy="36576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7086600" y="3108960"/>
            <a:ext cx="365760" cy="36576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0866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7607037" y="3109621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Vista del ticket (</a:t>
            </a:r>
            <a:r>
              <a:rPr lang="en-US" sz="125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creacion</a:t>
            </a:r>
            <a:r>
              <a:rPr lang="en-US" sz="12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 y </a:t>
            </a:r>
            <a:r>
              <a:rPr lang="en-US" sz="125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detalle</a:t>
            </a:r>
            <a:r>
              <a:rPr lang="en-US" sz="125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86600" y="3657600"/>
            <a:ext cx="365760" cy="36576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0866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7607037" y="2553361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7086600" y="4389120"/>
            <a:ext cx="4526280" cy="1874520"/>
          </a:xfrm>
          <a:prstGeom prst="roundRect">
            <a:avLst>
              <a:gd name="adj" fmla="val 3902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0" y="45720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LA PROBLEMÁTICA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315200" y="4864608"/>
            <a:ext cx="4069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Estas pantallas demuestran que reportar una falla pasará de ser un </a:t>
            </a:r>
            <a:r>
              <a:rPr lang="en-US" sz="12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desordenado</a:t>
            </a: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WhatsApp a </a:t>
            </a:r>
            <a:r>
              <a:rPr lang="en-US" sz="12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acción</a:t>
            </a: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200" err="1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ordenada</a:t>
            </a:r>
            <a:r>
              <a:rPr lang="en-US" sz="1200">
                <a:solidFill>
                  <a:srgbClr val="E6EDF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A8A107A-434D-FF8F-B30A-B95BA8B14DEA}"/>
              </a:ext>
            </a:extLst>
          </p:cNvPr>
          <p:cNvSpPr/>
          <p:nvPr/>
        </p:nvSpPr>
        <p:spPr>
          <a:xfrm>
            <a:off x="7607037" y="3658261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err="1">
                <a:solidFill>
                  <a:srgbClr val="E6EDF3"/>
                </a:solidFill>
                <a:ea typeface="Calibri"/>
                <a:cs typeface="Calibri"/>
              </a:rPr>
              <a:t>Publicacion</a:t>
            </a:r>
            <a:r>
              <a:rPr lang="en-US" sz="1250">
                <a:solidFill>
                  <a:srgbClr val="E6EDF3"/>
                </a:solidFill>
                <a:ea typeface="Calibri"/>
                <a:cs typeface="Calibri"/>
              </a:rPr>
              <a:t> de  </a:t>
            </a:r>
            <a:r>
              <a:rPr lang="en-US" sz="1250" err="1">
                <a:solidFill>
                  <a:srgbClr val="E6EDF3"/>
                </a:solidFill>
                <a:ea typeface="Calibri"/>
                <a:cs typeface="Calibri"/>
              </a:rPr>
              <a:t>ofertas</a:t>
            </a:r>
            <a:endParaRPr lang="en-US" sz="1250">
              <a:solidFill>
                <a:srgbClr val="E6EDF3"/>
              </a:solidFill>
              <a:ea typeface="Calibri"/>
              <a:cs typeface="Calibri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F7AE45A3-5746-F38F-7488-DF2FA28F51A8}"/>
              </a:ext>
            </a:extLst>
          </p:cNvPr>
          <p:cNvSpPr/>
          <p:nvPr/>
        </p:nvSpPr>
        <p:spPr>
          <a:xfrm>
            <a:off x="7607037" y="2019961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E6EDF3"/>
                </a:solidFill>
                <a:ea typeface="Calibri"/>
                <a:cs typeface="Calibri"/>
              </a:rPr>
              <a:t>Login a la web</a:t>
            </a:r>
          </a:p>
        </p:txBody>
      </p:sp>
      <p:pic>
        <p:nvPicPr>
          <p:cNvPr id="9" name="Prototipo capstone">
            <a:hlinkClick r:id="" action="ppaction://media"/>
            <a:extLst>
              <a:ext uri="{FF2B5EF4-FFF2-40B4-BE49-F238E27FC236}">
                <a16:creationId xmlns:a16="http://schemas.microsoft.com/office/drawing/2014/main" id="{E2CE0D35-3356-1180-F0F4-4191F7C205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4286" y="1534886"/>
            <a:ext cx="6335486" cy="36467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DE EQUIPO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aprenderemos en este desafío?</a:t>
            </a:r>
            <a:endParaRPr lang="en-US" sz="3000"/>
          </a:p>
        </p:txBody>
      </p:sp>
      <p:pic>
        <p:nvPicPr>
          <p:cNvPr id="4" name="Image 0" descr="/home/claude/semaxel/icons/featured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554480"/>
            <a:ext cx="32918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6" name="Image 1" descr="/home/claude/semaxel/icons/targe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645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reales</a:t>
            </a:r>
            <a:endParaRPr lang="en-US" sz="1400"/>
          </a:p>
        </p:txBody>
      </p:sp>
      <p:sp>
        <p:nvSpPr>
          <p:cNvPr id="8" name="Text 4"/>
          <p:cNvSpPr/>
          <p:nvPr/>
        </p:nvSpPr>
        <p:spPr>
          <a:xfrm>
            <a:off x="1371600" y="198424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una necesidad del retail en código y bases de datos.</a:t>
            </a:r>
            <a:endParaRPr lang="en-US" sz="1200"/>
          </a:p>
        </p:txBody>
      </p:sp>
      <p:sp>
        <p:nvSpPr>
          <p:cNvPr id="9" name="Shape 5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0" name="Image 2" descr="/home/claude/semaxel/icons/refresh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290962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697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 y gestión</a:t>
            </a:r>
            <a:endParaRPr lang="en-US" sz="1400"/>
          </a:p>
        </p:txBody>
      </p:sp>
      <p:sp>
        <p:nvSpPr>
          <p:cNvPr id="12" name="Text 7"/>
          <p:cNvSpPr/>
          <p:nvPr/>
        </p:nvSpPr>
        <p:spPr>
          <a:xfrm>
            <a:off x="1371600" y="303580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tiempos técnicos reales y orquestar el trabajo con Scrum y GitHub.</a:t>
            </a:r>
            <a:endParaRPr lang="en-US" sz="1200"/>
          </a:p>
        </p:txBody>
      </p:sp>
      <p:sp>
        <p:nvSpPr>
          <p:cNvPr id="13" name="Shape 8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/home/claude/semaxel/icons/layou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1" y="3961181"/>
            <a:ext cx="307238" cy="3072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749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integral</a:t>
            </a:r>
            <a:endParaRPr lang="en-US" sz="1400"/>
          </a:p>
        </p:txBody>
      </p:sp>
      <p:sp>
        <p:nvSpPr>
          <p:cNvPr id="16" name="Text 10"/>
          <p:cNvSpPr/>
          <p:nvPr/>
        </p:nvSpPr>
        <p:spPr>
          <a:xfrm>
            <a:off x="1371600" y="40873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el ciclo completo: Figma, Django y despliegue en la nube.</a:t>
            </a:r>
            <a:endParaRPr lang="en-US" sz="1200"/>
          </a:p>
        </p:txBody>
      </p:sp>
      <p:sp>
        <p:nvSpPr>
          <p:cNvPr id="17" name="Shape 11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8" name="Image 4" descr="/home/claude/semaxel/icons/check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1" y="5012741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4800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</a:t>
            </a:r>
            <a:endParaRPr lang="en-US" sz="1400"/>
          </a:p>
        </p:txBody>
      </p:sp>
      <p:sp>
        <p:nvSpPr>
          <p:cNvPr id="20" name="Text 13"/>
          <p:cNvSpPr/>
          <p:nvPr/>
        </p:nvSpPr>
        <p:spPr>
          <a:xfrm>
            <a:off x="1371600" y="5138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qué funcionalidades dejar dentro del MVP para cumplir la entrega.</a:t>
            </a:r>
            <a:endParaRPr lang="en-US" sz="1200"/>
          </a:p>
        </p:txBody>
      </p:sp>
      <p:sp>
        <p:nvSpPr>
          <p:cNvPr id="21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2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47672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semaxel/icons/alert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1259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47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importante?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1645920" y="235000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mantenimiento destruye el valor de las empresas; nuestro software protege esa infraestructura.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36792" y="1947672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home/claude/semaxel/icons/trenddow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1259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la solución</a:t>
            </a:r>
            <a:endParaRPr lang="en-US" sz="1400"/>
          </a:p>
        </p:txBody>
      </p:sp>
      <p:sp>
        <p:nvSpPr>
          <p:cNvPr id="13" name="Text 9"/>
          <p:cNvSpPr/>
          <p:nvPr/>
        </p:nvSpPr>
        <p:spPr>
          <a:xfrm>
            <a:off x="7178040" y="235000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Transformará un gasto correctivo incontrolable en un proceso preventivo, medible y auditable.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04672" y="4187952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39FF1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/home/claude/semaxel/icons/target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3662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187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esperan lograr?</a:t>
            </a:r>
            <a:endParaRPr lang="en-US" sz="1400"/>
          </a:p>
        </p:txBody>
      </p:sp>
      <p:sp>
        <p:nvSpPr>
          <p:cNvPr id="18" name="Text 13"/>
          <p:cNvSpPr/>
          <p:nvPr/>
        </p:nvSpPr>
        <p:spPr>
          <a:xfrm>
            <a:off x="1645920" y="459028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100% funcional y de alta calidad técnica que demuestre las competencias de ingeniería del equipo.</a:t>
            </a:r>
            <a:endParaRPr lang="en-US" sz="1200"/>
          </a:p>
        </p:txBody>
      </p:sp>
      <p:sp>
        <p:nvSpPr>
          <p:cNvPr id="19" name="Shape 14"/>
          <p:cNvSpPr/>
          <p:nvPr/>
        </p:nvSpPr>
        <p:spPr>
          <a:xfrm>
            <a:off x="6080760" y="393192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336792" y="4187952"/>
            <a:ext cx="685800" cy="685800"/>
          </a:xfrm>
          <a:prstGeom prst="ellipse">
            <a:avLst/>
          </a:prstGeom>
          <a:solidFill>
            <a:srgbClr val="1C2333"/>
          </a:solidFill>
          <a:ln w="15875">
            <a:solidFill>
              <a:srgbClr val="00D9FF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/home/claude/semaxel/icons/send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36626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1879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400"/>
          </a:p>
        </p:txBody>
      </p:sp>
      <p:sp>
        <p:nvSpPr>
          <p:cNvPr id="23" name="Text 17"/>
          <p:cNvSpPr/>
          <p:nvPr/>
        </p:nvSpPr>
        <p:spPr>
          <a:xfrm>
            <a:off x="7178040" y="4590288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la codificación del Sprint 1: modelado de la base de datos MySQL y sistema de Login.</a:t>
            </a:r>
            <a:endParaRPr lang="en-US" sz="120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SEMAXEL</a:t>
            </a:r>
            <a:endParaRPr lang="en-US" sz="900"/>
          </a:p>
        </p:txBody>
      </p:sp>
      <p:sp>
        <p:nvSpPr>
          <p:cNvPr id="25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</cp:revision>
  <dcterms:created xsi:type="dcterms:W3CDTF">2026-09-03T00:10:14Z</dcterms:created>
  <dcterms:modified xsi:type="dcterms:W3CDTF">2026-09-03T13:39:14Z</dcterms:modified>
</cp:coreProperties>
</file>